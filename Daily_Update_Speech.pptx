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4663bb695944e4" /><Relationship Type="http://schemas.openxmlformats.org/officeDocument/2006/relationships/extended-properties" Target="/docProps/app.xml" Id="R2cc59f839b474d9e" /><Relationship Type="http://schemas.openxmlformats.org/officeDocument/2006/relationships/officeDocument" Target="/ppt/presentation.xml" Id="Rfcfc12e6433945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3a57746fdf4a99"/>
  </p:sldMasterIdLst>
  <p:notesMasterIdLst>
    <p:notesMasterId xmlns:r="http://schemas.openxmlformats.org/officeDocument/2006/relationships" r:id="R70f078e4fad144a0"/>
  </p:notesMasterIdLst>
  <p:sldIdLst>
    <p:sldId xmlns:r="http://schemas.openxmlformats.org/officeDocument/2006/relationships" id="256" r:id="Rdecf10c5af9949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8a78f6cdfe47b0" /><Relationship Type="http://schemas.openxmlformats.org/officeDocument/2006/relationships/slideMaster" Target="/ppt/slideMasters/slideMaster1.xml" Id="Rce3a57746fdf4a99" /><Relationship Type="http://schemas.openxmlformats.org/officeDocument/2006/relationships/notesMaster" Target="/ppt/notesMasters/notesMaster1.xml" Id="R70f078e4fad144a0" /><Relationship Type="http://schemas.openxmlformats.org/officeDocument/2006/relationships/presProps" Target="/ppt/presProps.xml" Id="Rabb468aec8e34696" /><Relationship Type="http://schemas.openxmlformats.org/officeDocument/2006/relationships/tableStyles" Target="/ppt/tableStyles.xml" Id="R97fab6cacf8a4dc4" /><Relationship Type="http://schemas.openxmlformats.org/officeDocument/2006/relationships/slide" Target="/ppt/slides/slide1.xml" Id="Rdecf10c5af9949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2d4f4005c64d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74035e30de4a09" /><Relationship Type="http://schemas.openxmlformats.org/officeDocument/2006/relationships/notesMaster" Target="/ppt/notesMasters/notesMaster1.xml" Id="R81cec0a0d3cf4d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 everyone.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Amine, yesterday I tried to check the IKS flows you sent me. But we couldn’t access the Kibana Illumio portfolio, so I raised an incident with ProdSec.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Pavol’s incident, the SLA was already at five hundred percent when I received it. I asked Mehdi to clone the ticket to reset it. The DAGs have been running fine for six days, but I’m still looking into the root cause.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also received a request for an Airflow 3 technical account. I think Nasser mentioned that this option was disabled. I’ll check with him before replying to the user.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Finally, Laurent Vion sent me some Spark questions after our first call. I’ll set up a meeting with him today to go through them. For pricing, I’ll refer him to Toan.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c0ba4081e543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8bb1586dec4dca" /><Relationship Type="http://schemas.openxmlformats.org/officeDocument/2006/relationships/slideLayout" Target="/ppt/slideLayouts/slideLayout1.xml" Id="Rde2964d19a0648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2964d19a0648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125503cee4f39" /><Relationship Type="http://schemas.openxmlformats.org/officeDocument/2006/relationships/notesSlide" Target="/ppt/notesSlides/notesSlide1.xml" Id="R98b57a2808144e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BEC54-1367-4E0C-AC8F-3E1C7FBD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102F43"/>
                </a:solidFill>
                <a:latin typeface="Bitstream Charter"/>
                <a:ea typeface="Bitstream Charter"/>
                <a:cs typeface="Bitstream Charter"/>
              </a:rPr>
              <a:t>Hi everyone.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FE0FE-F75D-4B4E-9287-EF326E42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1087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253C4A"/>
                </a:solidFill>
                <a:latin typeface="Bitstream Charter"/>
                <a:ea typeface="Bitstream Charter"/>
                <a:cs typeface="Bitstream Charter"/>
              </a:rPr>
              <a:t>Amine, yesterday I tried to check the IKS flows you sent me. But we couldn’t access the Kibana Illumio portfolio, so I raised an incident with ProdSec.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CC84A-D528-472F-9C5D-40EDA257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11087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253C4A"/>
                </a:solidFill>
                <a:latin typeface="Bitstream Charter"/>
                <a:ea typeface="Bitstream Charter"/>
                <a:cs typeface="Bitstream Charter"/>
              </a:rPr>
              <a:t>For Pavol’s incident, the SLA was already at five hundred percent when I received it. I asked Mehdi to clone the ticket to reset it. The DAGs have been running fine for six days, but I’m still looking into the root cause.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FEA8D-D3FB-4F41-BD47-224417BD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11087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253C4A"/>
                </a:solidFill>
                <a:latin typeface="Bitstream Charter"/>
                <a:ea typeface="Bitstream Charter"/>
                <a:cs typeface="Bitstream Charter"/>
              </a:rPr>
              <a:t>I also received a request for an Airflow 3 technical account. I think Nasser mentioned that this option was disabled. I’ll check with him before replying to the user.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54320-B081-41C6-80FA-F34DCFEB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1087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C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253C4A"/>
                </a:solidFill>
                <a:latin typeface="Bitstream Charter"/>
                <a:ea typeface="Bitstream Charter"/>
                <a:cs typeface="Bitstream Charter"/>
              </a:rPr>
              <a:t>Finally, Laurent Vion sent me some Spark questions after our first call. I’ll set up a meeting with him today to go through them. For pricing, I’ll refer him to Toan.</a:t>
            </a:r>
          </a:p>
        </p:txBody>
      </p:sp>
    </p:spTree>
    <p:extLst>
      <p:ext uri="{BB962C8B-B14F-4D97-AF65-F5344CB8AC3E}">
        <p14:creationId xmlns:p14="http://schemas.microsoft.com/office/powerpoint/2010/main" val="1246760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2026-09-30T23:36:57.0660000Z</dcterms:created>
  <dcterms:modified xsi:type="dcterms:W3CDTF">2026-09-30T23:36:57.0670000Z</dcterms:modified>
</coreProperties>
</file>